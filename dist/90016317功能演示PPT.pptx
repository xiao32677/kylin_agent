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f181eb333c4eb8" /><Relationship Type="http://schemas.openxmlformats.org/officeDocument/2006/relationships/extended-properties" Target="/docProps/app.xml" Id="R4c38794d23af4952" /><Relationship Type="http://schemas.openxmlformats.org/officeDocument/2006/relationships/officeDocument" Target="/ppt/presentation.xml" Id="R56464101872740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faa0483394bd4"/>
  </p:sldMasterIdLst>
  <p:notesMasterIdLst>
    <p:notesMasterId xmlns:r="http://schemas.openxmlformats.org/officeDocument/2006/relationships" r:id="Rb84d074a15464408"/>
  </p:notesMasterIdLst>
  <p:sldIdLst>
    <p:sldId xmlns:r="http://schemas.openxmlformats.org/officeDocument/2006/relationships" id="256" r:id="R8235814ec5d645c4"/>
    <p:sldId xmlns:r="http://schemas.openxmlformats.org/officeDocument/2006/relationships" id="257" r:id="R9ae7e062347b48ff"/>
    <p:sldId xmlns:r="http://schemas.openxmlformats.org/officeDocument/2006/relationships" id="258" r:id="R6d001cd725864606"/>
    <p:sldId xmlns:r="http://schemas.openxmlformats.org/officeDocument/2006/relationships" id="259" r:id="R4636df6bb30c46cf"/>
    <p:sldId xmlns:r="http://schemas.openxmlformats.org/officeDocument/2006/relationships" id="260" r:id="R7598af1903b847e5"/>
    <p:sldId xmlns:r="http://schemas.openxmlformats.org/officeDocument/2006/relationships" id="261" r:id="Re5f9277565ac4312"/>
    <p:sldId xmlns:r="http://schemas.openxmlformats.org/officeDocument/2006/relationships" id="262" r:id="Rca63fd2513dd481a"/>
    <p:sldId xmlns:r="http://schemas.openxmlformats.org/officeDocument/2006/relationships" id="263" r:id="R93dc45da0d9844f3"/>
    <p:sldId xmlns:r="http://schemas.openxmlformats.org/officeDocument/2006/relationships" id="264" r:id="Rf17f484bf3e44d02"/>
    <p:sldId xmlns:r="http://schemas.openxmlformats.org/officeDocument/2006/relationships" id="265" r:id="R512e96c7f8104ac6"/>
    <p:sldId xmlns:r="http://schemas.openxmlformats.org/officeDocument/2006/relationships" id="266" r:id="R8ca3da9372804cda"/>
    <p:sldId xmlns:r="http://schemas.openxmlformats.org/officeDocument/2006/relationships" id="267" r:id="R44f7cd50291d4a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e3c614574e4f32" /><Relationship Type="http://schemas.openxmlformats.org/officeDocument/2006/relationships/slideMaster" Target="/ppt/slideMasters/slideMaster1.xml" Id="Rd8afaa0483394bd4" /><Relationship Type="http://schemas.openxmlformats.org/officeDocument/2006/relationships/notesMaster" Target="/ppt/notesMasters/notesMaster1.xml" Id="Rb84d074a15464408" /><Relationship Type="http://schemas.openxmlformats.org/officeDocument/2006/relationships/presProps" Target="/ppt/presProps.xml" Id="Rc64b5f64c57044f1" /><Relationship Type="http://schemas.openxmlformats.org/officeDocument/2006/relationships/tableStyles" Target="/ppt/tableStyles.xml" Id="R7cb031981af5468a" /><Relationship Type="http://schemas.openxmlformats.org/officeDocument/2006/relationships/slide" Target="/ppt/slides/slide1.xml" Id="R8235814ec5d645c4" /><Relationship Type="http://schemas.openxmlformats.org/officeDocument/2006/relationships/slide" Target="/ppt/slides/slide2.xml" Id="R9ae7e062347b48ff" /><Relationship Type="http://schemas.openxmlformats.org/officeDocument/2006/relationships/slide" Target="/ppt/slides/slide3.xml" Id="R6d001cd725864606" /><Relationship Type="http://schemas.openxmlformats.org/officeDocument/2006/relationships/slide" Target="/ppt/slides/slide4.xml" Id="R4636df6bb30c46cf" /><Relationship Type="http://schemas.openxmlformats.org/officeDocument/2006/relationships/slide" Target="/ppt/slides/slide5.xml" Id="R7598af1903b847e5" /><Relationship Type="http://schemas.openxmlformats.org/officeDocument/2006/relationships/slide" Target="/ppt/slides/slide6.xml" Id="Re5f9277565ac4312" /><Relationship Type="http://schemas.openxmlformats.org/officeDocument/2006/relationships/slide" Target="/ppt/slides/slide7.xml" Id="Rca63fd2513dd481a" /><Relationship Type="http://schemas.openxmlformats.org/officeDocument/2006/relationships/slide" Target="/ppt/slides/slide8.xml" Id="R93dc45da0d9844f3" /><Relationship Type="http://schemas.openxmlformats.org/officeDocument/2006/relationships/slide" Target="/ppt/slides/slide9.xml" Id="Rf17f484bf3e44d02" /><Relationship Type="http://schemas.openxmlformats.org/officeDocument/2006/relationships/slide" Target="/ppt/slides/slide10.xml" Id="R512e96c7f8104ac6" /><Relationship Type="http://schemas.openxmlformats.org/officeDocument/2006/relationships/slide" Target="/ppt/slides/slide11.xml" Id="R8ca3da9372804cda" /><Relationship Type="http://schemas.openxmlformats.org/officeDocument/2006/relationships/slide" Target="/ppt/slides/slide12.xml" Id="R44f7cd50291d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9390e81cfd4d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66886c78d74042" /><Relationship Type="http://schemas.openxmlformats.org/officeDocument/2006/relationships/notesMaster" Target="/ppt/notesMasters/notesMaster1.xml" Id="Rc423dd76df8741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ad7bff6b7e4e18" /><Relationship Type="http://schemas.openxmlformats.org/officeDocument/2006/relationships/notesMaster" Target="/ppt/notesMasters/notesMaster1.xml" Id="Rc1c16506cf2540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8bc3b34ede4d14" /><Relationship Type="http://schemas.openxmlformats.org/officeDocument/2006/relationships/notesMaster" Target="/ppt/notesMasters/notesMaster1.xml" Id="R646cebe29259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73e051a5804983" /><Relationship Type="http://schemas.openxmlformats.org/officeDocument/2006/relationships/notesMaster" Target="/ppt/notesMasters/notesMaster1.xml" Id="R7e139ff9b85c4c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1f5eaa9fc5460d" /><Relationship Type="http://schemas.openxmlformats.org/officeDocument/2006/relationships/notesMaster" Target="/ppt/notesMasters/notesMaster1.xml" Id="R2689958360cc43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dbaa3bd0214c44" /><Relationship Type="http://schemas.openxmlformats.org/officeDocument/2006/relationships/notesMaster" Target="/ppt/notesMasters/notesMaster1.xml" Id="R5de7d360a7d048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b3f01f3f664580" /><Relationship Type="http://schemas.openxmlformats.org/officeDocument/2006/relationships/notesMaster" Target="/ppt/notesMasters/notesMaster1.xml" Id="R94d32413bbc54c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2e43e56d7b480a" /><Relationship Type="http://schemas.openxmlformats.org/officeDocument/2006/relationships/notesMaster" Target="/ppt/notesMasters/notesMaster1.xml" Id="R3331a6c04dfa42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9ecf73bc6743d6" /><Relationship Type="http://schemas.openxmlformats.org/officeDocument/2006/relationships/notesMaster" Target="/ppt/notesMasters/notesMaster1.xml" Id="Rbf2a05df891343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0c327134e44375" /><Relationship Type="http://schemas.openxmlformats.org/officeDocument/2006/relationships/notesMaster" Target="/ppt/notesMasters/notesMaster1.xml" Id="R4642ffff36f143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88fbaece0f4729" /><Relationship Type="http://schemas.openxmlformats.org/officeDocument/2006/relationships/notesMaster" Target="/ppt/notesMasters/notesMaster1.xml" Id="R22d08040c44342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721fd2533c4cc3" /><Relationship Type="http://schemas.openxmlformats.org/officeDocument/2006/relationships/notesMaster" Target="/ppt/notesMasters/notesMaster1.xml" Id="Rf35ad9e6ad3840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e35fb58b748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ac2b96308f441e" /><Relationship Type="http://schemas.openxmlformats.org/officeDocument/2006/relationships/slideLayout" Target="/ppt/slideLayouts/slideLayout1.xml" Id="R4f010316f62344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010316f62344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82ff84bf7401a" /><Relationship Type="http://schemas.openxmlformats.org/officeDocument/2006/relationships/notesSlide" Target="/ppt/notesSlides/notesSlide1.xml" Id="R6087fc2707454d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838ccb3a6433f" /><Relationship Type="http://schemas.openxmlformats.org/officeDocument/2006/relationships/notesSlide" Target="/ppt/notesSlides/notesSlide2.xml" Id="Rb1ed0091d5d246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6a42d87e146f6" /><Relationship Type="http://schemas.openxmlformats.org/officeDocument/2006/relationships/notesSlide" Target="/ppt/notesSlides/notesSlide3.xml" Id="R5439193d9a0f43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d57775cec4984" /><Relationship Type="http://schemas.openxmlformats.org/officeDocument/2006/relationships/notesSlide" Target="/ppt/notesSlides/notesSlide4.xml" Id="Rd2db7022c53b48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b37919a834802" /><Relationship Type="http://schemas.openxmlformats.org/officeDocument/2006/relationships/notesSlide" Target="/ppt/notesSlides/notesSlide5.xml" Id="R5348b6f39a6c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5648ab38e4763" /><Relationship Type="http://schemas.openxmlformats.org/officeDocument/2006/relationships/notesSlide" Target="/ppt/notesSlides/notesSlide6.xml" Id="R77c3d9ddb13548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3488c33db46b2" /><Relationship Type="http://schemas.openxmlformats.org/officeDocument/2006/relationships/notesSlide" Target="/ppt/notesSlides/notesSlide7.xml" Id="Rbc50b197bea049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2227999024dc0" /><Relationship Type="http://schemas.openxmlformats.org/officeDocument/2006/relationships/image" Target="/ppt/media/image.jpeg" Id="Rbc7fa02ee3c243cb" /><Relationship Type="http://schemas.openxmlformats.org/officeDocument/2006/relationships/image" Target="/ppt/media/image2.jpeg" Id="R75f5c196fc724a46" /><Relationship Type="http://schemas.openxmlformats.org/officeDocument/2006/relationships/notesSlide" Target="/ppt/notesSlides/notesSlide8.xml" Id="Rd1a17928a91640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45a8422e64b7a" /><Relationship Type="http://schemas.openxmlformats.org/officeDocument/2006/relationships/image" Target="/ppt/media/image3.jpeg" Id="R48cb9fa000594a75" /><Relationship Type="http://schemas.openxmlformats.org/officeDocument/2006/relationships/notesSlide" Target="/ppt/notesSlides/notesSlide9.xml" Id="R23109ef3b8bb4e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74839eafb4ffe" /><Relationship Type="http://schemas.openxmlformats.org/officeDocument/2006/relationships/image" Target="/ppt/media/image4.jpeg" Id="R21a9591f2aac4149" /><Relationship Type="http://schemas.openxmlformats.org/officeDocument/2006/relationships/image" Target="/ppt/media/image5.jpeg" Id="R1cef8dc6e8f043bb" /><Relationship Type="http://schemas.openxmlformats.org/officeDocument/2006/relationships/notesSlide" Target="/ppt/notesSlides/notesSlide10.xml" Id="R8ad2a83cd74745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9a4c361114d64" /><Relationship Type="http://schemas.openxmlformats.org/officeDocument/2006/relationships/notesSlide" Target="/ppt/notesSlides/notesSlide11.xml" Id="R3953134846c44e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981218ad042ad" /><Relationship Type="http://schemas.openxmlformats.org/officeDocument/2006/relationships/notesSlide" Target="/ppt/notesSlides/notesSlide12.xml" Id="Re4d3914a29374d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43B089-8231-45B1-A53B-5EDF5E3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EECDE-543D-460D-8C77-3C921C40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BF922-A3E7-4208-9EBA-FEC0F7DE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1047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85227-1D78-495D-90A7-C8E48034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EF340-670E-421F-A52A-153F0947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麒麟智维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4A4AF-4868-40C7-AB84-802D3B9D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安全运维助手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61FE9-3BBE-4BF3-9730-A45FEE0A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会理解、会执行、会审批、可追溯的智能运维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BEE87-B4DC-4BDF-B769-A0664657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3000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8A078-6DF2-44FF-8028-851196F4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CEB59-674F-49C5-A51F-5C5B32BA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自然语言运维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5C2F7-2C08-442F-A673-2FA366BE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把用户问题转成结构化意图和 Tool 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565FE-52FA-4D05-8095-66225F4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05200"/>
            <a:ext cx="3000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AD80B-324D-44ED-BB6C-E041A8CB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052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5D934-72E9-469B-806E-56FA1241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安全闭环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009BB-A102-4473-8732-3DA75691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风险过滤、最小权限、审批、审计全链路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5E0F7-EADE-4C73-A320-792A728C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05200"/>
            <a:ext cx="3000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792A2-C692-492C-B67C-63AB669D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052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02839-D14A-48D0-A36B-24FC6E0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知识沉淀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99777-1A1F-4FF1-8864-AEE76EC1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用户问答自动进入专属知识库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BB4C3-9B47-40F2-8A20-59128115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BD18C-7381-4FA6-877E-49897325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0159A-9560-4A54-9D81-D06A3898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4978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97D1A5-74AD-40E5-B8A3-5F59550D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CDAFD-F6FE-465C-940E-75157E6F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5280E-8656-4050-9DB0-5631E54A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EF448-2217-4889-BB73-902187BE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A0BA3-767F-4C2B-94FB-61262E4D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项目背景与痛点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1CC68-CD73-4B3A-BF31-8A17C22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普通 AI 只能回答，安全运维 Agent 需要能执行且可控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F7DBB-8DE5-4776-AD83-56749AB3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057C6-A39F-4E1B-9A95-0553484C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ECB56-B348-4415-81C0-BA21507C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E5215-80A0-4A12-A845-FCE62B3B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952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E4487-5188-4328-A895-3C070839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34ACA-F4BC-41A9-87A4-4470958E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命令风险高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78EB1-D41D-46A0-8D91-0EC606B2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495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误删、误重启、权限误改、危险注入可能直接造成业务中断。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C7B37-6CFB-4FDF-BE88-EC04C7E6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2952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25E5A-BB0D-4441-857D-5E8E1AFE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878BE-F646-48D6-956F-CC297779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排障链路散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2D284-2675-4CB2-BFB5-8F3493A9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2495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资源、日志、端口、服务状态需要人工切换多个命令和页面。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50C17-A2A1-43CA-8060-F708A094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2952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93B43-492E-4B73-8CD4-049EDC3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A4E85-D08B-4EDB-AC44-054CCAC3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不可直接执行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10BE1-8D75-4EE8-BA3C-F73606B6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495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大模型回答不等于安全动作，必须先过滤、审批、审计。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36FDF-64EB-4957-B026-32BB5EE7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rPr>
              <a:t>目标：把“会聊天”升级为“会安全运维的 Agent”</a:t>
            </a:r>
          </a:p>
        </p:txBody>
      </p:sp>
    </p:spTree>
    <p:extLst>
      <p:ext uri="{BB962C8B-B14F-4D97-AF65-F5344CB8AC3E}">
        <p14:creationId xmlns:p14="http://schemas.microsoft.com/office/powerpoint/2010/main" val="187245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F2A49-B47C-4BD7-8BA0-72D6994E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4394C-E851-4A7E-A85A-8B4AB077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E6B45-BE1E-4FF4-93A7-672FC205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6D0BB-C948-4BDD-98ED-1D7F2E2C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GOALS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091EE-8270-48D8-9D1A-D840E06A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976A9-1FFA-4266-90D0-1CC745CB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让自然语言运维具备安全、权限和审计边界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CB0ED-1236-436F-83A8-C32B15EE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366CC-470E-47BD-A3E1-94F38809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25515-CD3C-4FD5-A4A2-D73A0DA8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E3C15-E2FB-4BBB-9541-845DDB7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D479E-17A9-48C5-88A3-33C43F13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0AD53-029A-4AA8-B54A-6CDEC34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自然语言识别意图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741D0-231A-41B8-916D-761B7A35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89EFF-72BB-4760-8B40-5650714F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2D82B-0386-4F11-A992-0894FD4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337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风险过滤先于模型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C1AB1-8E62-4D46-AA0D-AF4D0F8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8A512-D8D5-4C02-9809-C6B6C4AD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69934-51EC-4E00-8874-FF715BDA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最小权限执行代理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A4FB3-4D9A-4D02-A43D-CAD1F55F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1B629-4ED2-4D6F-84D4-34EBF2FA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8C0AF-0E41-4308-9463-F4E1148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337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审批后继续执行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4DC9A-1695-4877-9076-BB9780F0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838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98AE5-024E-4496-A193-10E6B0CB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F8D3C-A72A-4E0D-A67B-9346CDF1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0050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最终效果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D789F-17D7-4172-8A21-EA5EC0CC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792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用户用一句话提出运维需求，系统自动采集证据、判断风险、申请审批、执行受控 Tool，并把全过程写入可检索审计链。</a:t>
            </a:r>
          </a:p>
        </p:txBody>
      </p:sp>
    </p:spTree>
    <p:extLst>
      <p:ext uri="{BB962C8B-B14F-4D97-AF65-F5344CB8AC3E}">
        <p14:creationId xmlns:p14="http://schemas.microsoft.com/office/powerpoint/2010/main" val="1437827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3E2407-FC86-409F-AF97-1DFC7D66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D6FAC-7A9B-4D93-ACE6-7BF1F4DC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296C7-1D8D-4BF9-B251-D16CE7A5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09BC0-DEAB-4D0F-8AED-1D1FD7C4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8F9DD-193C-412C-BF62-A4E76A4F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2878D-1B53-4318-871B-9EE71B2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前端控制台 + Agent 编排 + 安全护栏 + 受控 Tool + 审计知识库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A0EDD-D98E-48C8-A5A0-70980BE1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0E4B0-956A-46E8-8F48-6E6BEC76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74F22-BDD4-4F29-BFC8-359C6BF1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C2132-132A-4FDB-AB78-97F3BA20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571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14288">
            <a:solidFill>
              <a:srgbClr val="27C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03980-EC9F-4F93-AB54-385C3C9C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Web 控制台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A4C94-0BDF-4928-BBF3-BA03F9A9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571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14288">
            <a:solidFill>
              <a:srgbClr val="35D3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97EB2-4816-4071-9131-3C984B43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43175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Agent 编排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9D341-5FDD-4A92-915A-4E9062BF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95450"/>
            <a:ext cx="1571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6013E-7EDC-445C-A50B-E3DEE45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57375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安全护栏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C9065-218B-4AC2-8753-2E592CCA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1571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14288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94625-95D0-4C35-BA74-022A53A4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28975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审批中心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1F9F2-57D9-4297-B5CB-C1FF59E1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1571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14288">
            <a:solidFill>
              <a:srgbClr val="27C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BD593-6F4D-4244-99D3-02FAB925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43175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受控 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4A1AD-BCBD-4354-ADA1-755AB8D0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95450"/>
            <a:ext cx="1571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14288">
            <a:solidFill>
              <a:srgbClr val="35D3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1FECA-4F44-460B-8133-085DC9CD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1028F-0226-4E72-9816-CCEE973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67050"/>
            <a:ext cx="1571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14288">
            <a:solidFill>
              <a:srgbClr val="FBBF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88041-47AB-42AB-983F-7C6A17A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28975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知识库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14020-0566-42CF-9CA1-4C2F3D8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765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3A8A4-6605-412E-8F79-72A3B637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765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BB9C9-3EDB-4615-8ABC-2C0F8657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765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D4C445-F736-44D5-95F9-4D0DB6D2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765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B5B0D0-29D5-4727-BE3E-3EEC7AA3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部署：systemd 托管，ops-agent 低权限账号运行，sudoers 仅开放诊断白名单</a:t>
            </a:r>
          </a:p>
        </p:txBody>
      </p:sp>
    </p:spTree>
    <p:extLst>
      <p:ext uri="{BB962C8B-B14F-4D97-AF65-F5344CB8AC3E}">
        <p14:creationId xmlns:p14="http://schemas.microsoft.com/office/powerpoint/2010/main" val="1606084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8F34B-BBC3-4C45-B800-DE5062CC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CB315-B122-42D5-AAC7-79AABF01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7C7E8-E1FE-4921-94DB-1D20708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E7E82-524A-4D49-87BC-49C3A051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AGENT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B741D-3DC0-4A14-9420-7358CC01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Agent 闭环流程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AA721-A591-4AD3-BE25-2D7450A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七步链路把运维请求变成可审计结果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65A76-447F-46E9-B721-768F0CFD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0709A-B73B-4D6D-B73A-CEBF6A53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1B48B-0357-4845-A25E-2C770C58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4BA06-3EB6-4C51-B81D-E701F10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44D"/>
          </a:solidFill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05811-6BB0-4746-BCD5-9011D1A2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A62A5-A137-481A-A1A6-86F130C5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3598F-D6B9-4CC3-8AD6-1431978A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AC1F7-2149-4321-A6B5-6C98FCF5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955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44D"/>
          </a:solidFill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50DD7-3CBB-456D-BB38-623B5B4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9295F-C044-4B21-87F8-7CC35789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7BC73-4C12-4AA9-83CE-FBB2E719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670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C25B2-C1B8-4317-AF59-D9DD5AC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955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44D"/>
          </a:solidFill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D8116-4F31-41EB-B363-AB56D99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28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11F17-B60F-4768-9FE2-DBDC880F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EC510-7435-490D-BCB2-6C81446D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670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706A4-83F1-4528-8499-379A489C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BEBEB9-538D-47D0-9589-9C956AA4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8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CD504-E05C-42AE-8D4C-5533F4D0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439BF-A1FD-4A1B-A4F8-469A9A08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670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55E74-5C17-47C0-A63C-AFC98738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44D"/>
          </a:solidFill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00CBE-B457-414C-B164-771C5C40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28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64672-16A8-439A-BB17-530F5AA2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3098D-B2EA-4BE4-B99A-86D0B11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670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E81DFC-5DD0-40AC-90FA-F1F47337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44D"/>
          </a:solidFill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F60ED-FCEA-4616-B55C-1291EF0F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26801-39B0-44D5-8AA8-FACE3032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知识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00556-0E0F-478E-AB00-1B1D0DAA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670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1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735FE2-9FCE-4E71-8F0A-951E4BBA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44D"/>
          </a:solidFill>
          <a:ln xmlns:a="http://schemas.openxmlformats.org/drawingml/2006/main" w="19050">
            <a:solidFill>
              <a:srgbClr val="27C3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31F4D1-F17D-4927-B6A8-D7515302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28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250B8-9CAA-4807-95CD-848CC65F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C0ADFD-C0A2-4CC3-AE4F-F537ED47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33875"/>
            <a:ext cx="8667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C04491-0E1A-4602-9F31-974FDF91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33875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B8201A-9D63-4075-B406-B356C23C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43425"/>
            <a:ext cx="821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D52D53-FC53-494C-BCDE-BECB74FD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821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不是把问题转发给模型，而是先判断风险，再选择受控 Tool，最后形成可追溯的闭环报告。</a:t>
            </a:r>
          </a:p>
        </p:txBody>
      </p:sp>
    </p:spTree>
    <p:extLst>
      <p:ext uri="{BB962C8B-B14F-4D97-AF65-F5344CB8AC3E}">
        <p14:creationId xmlns:p14="http://schemas.microsoft.com/office/powerpoint/2010/main" val="2083938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89238-1258-4662-9A43-3945B54E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843B2-F496-4B41-9D46-0A63357D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5FEE0-2F65-484E-AC76-88AE028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C4A29-4E49-4AB5-B61C-D538C970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GUARDRAIL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72C5F-BDF4-42ED-BB99-D53BDE1D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安全风险过滤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E1605-5521-449F-8888-93105622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危险请求被拦截，高风险动作进入审批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DB43D-E868-42F6-9F00-02EDFE5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2A3C1-AFE7-45C5-AE6E-73C76818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218FC-9874-4827-89A0-F851FC94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36365-B203-4894-BDD5-DF0F9743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6A148-40F4-4052-A523-A2D2FC73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82254-C064-4AB1-BFCB-F3A22009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危险命令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44E2F-05AE-4D45-8F68-E92192F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rm -rf、chmod 777、chown、kill、包管理变更、关键目录写入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4AD01-5C47-4D34-8470-53D9496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A3BDB-36DA-4EC1-BE40-A43B4793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0435B-A8C8-4A00-996A-394CBF9B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9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服务变更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9C0AE-E5F6-47D9-8A8D-9F7AA19F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systemctl restart / stop / disable 等动作识别为高风险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8268A-1BE7-464C-8126-081E42DF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22C17-6F4C-45DE-9779-848F0F67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CFF72-8108-49F1-A96B-A81A73B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提示词注入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44B6E-B568-4CDE-87DA-FAAB5998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“忽略安全规则”“直接执行危险命令”等绕过意图直接拦截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DE134-1F3F-4B0B-A90F-CF720B21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rPr>
              <a:t>安全检查在模型调用之前完成：被拦截请求不会执行，也不会发送给外部模型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96FEA-5083-4CA3-B85F-85E86AEC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685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22E46"/>
          </a:solidFill>
          <a:ln xmlns:a="http://schemas.openxmlformats.org/drawingml/2006/main" w="9525">
            <a:solidFill>
              <a:srgbClr val="35D3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E787E-CAB4-4E6E-A13A-038CA487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95875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check_text / check_command / path_policy / payload_hash</a:t>
            </a:r>
          </a:p>
        </p:txBody>
      </p:sp>
    </p:spTree>
    <p:extLst>
      <p:ext uri="{BB962C8B-B14F-4D97-AF65-F5344CB8AC3E}">
        <p14:creationId xmlns:p14="http://schemas.microsoft.com/office/powerpoint/2010/main" val="1806499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A9A0F-85A5-4C73-A5A9-B82F48BF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64366-CE24-4BC4-85ED-28AE856A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F9F72-6EAE-4720-A7A5-65DAF031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04232-F0CF-446D-A544-7BCE7FBE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LEAST PRIVILEGE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F335C-D333-4257-A992-484A7CA8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最小权限执行代理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3373F-6A16-4C27-B130-ACDC50E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让 Agent 能执行，但不能越权裸跑命令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B0A3C-9D58-4F33-9994-EA44FDAD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78F78-DB1A-4899-A4EC-EB66D135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08802-780C-46ED-8C3B-0B44EF93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65821-61AB-4E28-8F6B-714BF0E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FD482-33DB-4997-9250-9075BAF3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AF1C8-B495-48A1-8584-D8CEDFE1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ops-agent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68695-E69C-4234-B4EC-95A4DD0D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400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服务以低权限系统账号运行，不能默认拥有 root 权限。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82B78-4399-4179-8E0B-2C001DED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4A3A2-9929-4954-BD70-FB60227F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667AF-5A15-483F-BB32-F1CAD2D8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050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sudoers 白名单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12B92-A4F1-4B2B-A2B1-FCC06624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2400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仅允许 journalctl、systemctl status、ss、lsof、dmesg 等必要命令。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7DA7B-3795-4DFE-AB52-8ABDE19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EDE75-AC8A-4969-9AD3-6DA6F0C0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90911-9851-4CE4-9786-4CDA1C3D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050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argv 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92729-C3FD-4DFA-A9CC-8AE8599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2400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Tool 使用参数数组执行命令，避免 shell 拼接注入。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B6FB3-A1A2-4D2A-9B81-289B52D6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变更类 Tool 必须审批：release_port_guarded / delete_file_guarded / write_text_file_guarded</a:t>
            </a:r>
          </a:p>
        </p:txBody>
      </p:sp>
    </p:spTree>
    <p:extLst>
      <p:ext uri="{BB962C8B-B14F-4D97-AF65-F5344CB8AC3E}">
        <p14:creationId xmlns:p14="http://schemas.microsoft.com/office/powerpoint/2010/main" val="759769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9706AD-265C-4990-8C8B-8B75E7D6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1A308-A238-4DF5-8648-5F99EBDD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3F23D-D378-4998-9C39-DC84D33A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D814D-AAC9-404C-A638-3B7D4BF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APPROVAL &amp;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A358B-7B2A-4FD8-A685-05C9ABA5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审批中心与审计追踪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5FF84-CC8C-4EF1-8469-3A69F64D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高风险操作必须有人确认，全流程可以回放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06267-272A-460F-ACB3-67FC5F14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B098E-6ADF-4298-95E7-3A44001A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AAA1E-0FE6-490B-ACF3-ED78B8F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39B7B-7655-46C7-87BB-3B607C3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048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fa02ee3c243cb"/>
          <a:srcRect xmlns:a="http://schemas.openxmlformats.org/drawingml/2006/main" l="498" t="0" r="4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4857750" cy="2762250"/>
          </a:xfrm>
          <a:prstGeom xmlns:a="http://schemas.openxmlformats.org/drawingml/2006/main" prst="roundRect">
            <a:avLst>
              <a:gd name="adj" fmla="val 413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B94F5-CA8C-4E84-90DD-1E42BD02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5048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5c196fc724a46"/>
          <a:srcRect xmlns:a="http://schemas.openxmlformats.org/drawingml/2006/main" l="498" t="0" r="4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000250"/>
            <a:ext cx="4857750" cy="2762250"/>
          </a:xfrm>
          <a:prstGeom xmlns:a="http://schemas.openxmlformats.org/drawingml/2006/main" prst="roundRect">
            <a:avLst>
              <a:gd name="adj" fmla="val 413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3C987-13A1-48B7-B4FC-CFD81D2D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rPr>
              <a:t>审批校验：pending 状态、未过期、payload_hash 未变化、不能重复 approve</a:t>
            </a:r>
          </a:p>
        </p:txBody>
      </p:sp>
    </p:spTree>
    <p:extLst>
      <p:ext uri="{BB962C8B-B14F-4D97-AF65-F5344CB8AC3E}">
        <p14:creationId xmlns:p14="http://schemas.microsoft.com/office/powerpoint/2010/main" val="4496844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551492-EF0D-4A9F-96A0-26CC3C29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2DD0B-560C-45F7-B984-A0830BEB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2CA65-0B47-4DBC-82BE-9669A61B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D98F7-8166-41A8-9E41-CA63640D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KNOWLEDGE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99E3D-EF1F-4714-BDFE-D7AC373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专属知识库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E9C84-B450-460E-9070-6B3BF4C0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从一次问答沉淀为下一次排障经验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B1719-1914-4128-8FAD-0B9815E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A5B34-5828-4A3B-B47F-AB4789B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5782F-07B5-4AF9-8838-43F93F3A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3B345-DBF6-4F02-83FC-36FB62FA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65722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b9fa000594a75"/>
          <a:srcRect xmlns:a="http://schemas.openxmlformats.org/drawingml/2006/main" l="0" t="6520" r="0" b="6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00250"/>
            <a:ext cx="6381750" cy="3124200"/>
          </a:xfrm>
          <a:prstGeom xmlns:a="http://schemas.openxmlformats.org/drawingml/2006/main" prst="roundRect">
            <a:avLst>
              <a:gd name="adj" fmla="val 365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17BAC-7415-4A6B-BEA0-9BD53663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143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AA41C-6ECA-4BF4-AC96-7CCAC937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42AEE-61B6-4B95-A1E4-70DF4B9B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多层知识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3559A-99EE-4DA8-89B0-7B80F088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Linux 知识、历史故障、运维规范、用户问答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0A01F-99CE-4706-BAFC-87CDCE0F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143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3CA91-10B2-4907-B9D2-1117B29D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7BAEB-2788-406E-B82B-70C51ED2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自动引用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AD209-F240-430E-9466-EBDDC185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回答中引用相关知识，避免泛泛而谈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A1FC0-CAA3-48D3-A9BB-A46729D4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3143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6AF81-0938-4A9E-A933-C697694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548D8-6059-4A03-96C5-B4DAAD79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持续沉淀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3C9EB-7EC1-47EB-9D51-24CD144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3395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每次对话可写入专属经验库</a:t>
            </a:r>
          </a:p>
        </p:txBody>
      </p:sp>
    </p:spTree>
    <p:extLst>
      <p:ext uri="{BB962C8B-B14F-4D97-AF65-F5344CB8AC3E}">
        <p14:creationId xmlns:p14="http://schemas.microsoft.com/office/powerpoint/2010/main" val="1411600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419F4-AF5F-4FCA-96CA-38E07F1B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A8516-A697-4CE8-84C4-3F25FD3C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098DC-C689-4297-88B5-0C306EED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B2C32-8ED2-43BC-84E2-B711C7A8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PRODUCT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CA973-6943-4A9E-9CBB-AF34BE4F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系统界面展示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0B3EC-76C5-4AF8-9E9E-FA9E9F4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真实控制台：对话、监控、Tool 管理一体化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F9B86-4B86-4AF9-B702-6DF7616F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C2713-B395-4296-A566-A0083917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131E6-089C-402F-A415-AF8C888C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4639D-727D-4644-83B5-AAB2895C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286375" cy="3381375"/>
          </a:xfrm>
          <a:prstGeom xmlns:a="http://schemas.openxmlformats.org/drawingml/2006/main" prst="roundRect">
            <a:avLst>
              <a:gd name="adj" fmla="val 4507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9591f2aac4149"/>
          <a:srcRect xmlns:a="http://schemas.openxmlformats.org/drawingml/2006/main" l="5047" t="0" r="50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5095875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F0D8-1A6C-4577-8A7E-6EB61900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286375" cy="3381375"/>
          </a:xfrm>
          <a:prstGeom xmlns:a="http://schemas.openxmlformats.org/drawingml/2006/main" prst="roundRect">
            <a:avLst>
              <a:gd name="adj" fmla="val 4507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f8dc6e8f043bb"/>
          <a:srcRect xmlns:a="http://schemas.openxmlformats.org/drawingml/2006/main" l="5047" t="0" r="50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1809750"/>
            <a:ext cx="5095875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5B7F6-53D4-40C3-8FD9-DE38A88A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左：Agent 分析链路与实时监控  |  右：Tool 注册、启停、健康检查</a:t>
            </a:r>
          </a:p>
        </p:txBody>
      </p:sp>
    </p:spTree>
    <p:extLst>
      <p:ext uri="{BB962C8B-B14F-4D97-AF65-F5344CB8AC3E}">
        <p14:creationId xmlns:p14="http://schemas.microsoft.com/office/powerpoint/2010/main" val="1732545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085A3-2F7F-4C28-AEFB-2C23B070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AFC5E-A8B2-4896-B099-A680860D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1D266-CE64-484C-A510-907EC5B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CF7B6-C502-4D64-9B90-0266BC30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TEST &amp;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A46EE-FEFD-475B-8F13-4F2272C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测试与性能结果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D9BB5-000B-41A5-9F62-84BCAA67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核心功能通过冒烟测试，关键指标满足目标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C39C9-D863-4BF3-A2EE-93D46B09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A4B6B-F769-4CAF-B508-F4315AC8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1EDA0-D1A4-4F9B-8149-E1FA5550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61F14-9D87-4E17-AD99-BCD99C20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BF522-B51B-4DF6-9D1F-838A609D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5D399"/>
                </a:solidFill>
                <a:latin typeface="Microsoft YaHei"/>
                <a:ea typeface="Microsoft YaHei"/>
                <a:cs typeface="Microsoft YaHei"/>
              </a:rPr>
              <a:t>31.57ms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2098C-27FA-44BB-8A02-C3A71F6C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风险检查 P95，目标 &lt; 100ms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FDD64-8EF6-4A7B-8897-15C38F44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93C94-D7A3-492D-B151-8D0AF09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2333ms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DA2BE-8590-4226-BAEE-5089BE83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384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20 并发监控 P95，目标 &lt; 5000ms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CFA02-64EC-44C7-8374-083D720A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91C2C-331F-4392-9EA8-0AE5472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8B47A-2926-438B-84F7-9FF59731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384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并发会话完成，无错误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A1AF3-5829-4F24-933B-B0CCB1CF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0CF02-FCCD-488B-B2E5-93F21DCE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11+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2DFCF-CEA1-4BC5-A422-B393D793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核心功能用例覆盖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A38ED-BF3F-4637-8E32-531F5192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1F30C-C320-46F3-BAAA-A0671CCD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CD8ED-153C-469C-8575-B69A4B8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05300"/>
            <a:ext cx="811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测试覆盖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D2E7A-C683-4B5C-88BE-B2C6F25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686300"/>
            <a:ext cx="811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登录鉴权、RBAC、安全拦截、审批防重放、端口诊断、CPU 诊断、知识库、审计导出、Tool 启停和健康检查。</a:t>
            </a:r>
          </a:p>
        </p:txBody>
      </p:sp>
    </p:spTree>
    <p:extLst>
      <p:ext uri="{BB962C8B-B14F-4D97-AF65-F5344CB8AC3E}">
        <p14:creationId xmlns:p14="http://schemas.microsoft.com/office/powerpoint/2010/main" val="2105695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717967-78B8-4407-82CB-FB611276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77CAC-D5C9-42C9-B249-ED27F50F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E5E6D-86DD-4E69-8CBD-0C64482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D6BCB-8FCE-461F-BDEF-E1E64C9F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266A-A2E6-4135-979D-C107B24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创新点与总结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3112E-3B2B-4F7B-A85F-BACA6BA8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从“聊天助手”升级为“安全可执行运维 Agent”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9B7DB-CB88-4BF1-B04E-4B234AFF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A0E7F-3275-428D-9B04-99781DB4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麒麟智维安全运维助手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18665-CDA6-4D1E-9A2E-5DD3E8FB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7C3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5FAFA-7513-42D1-9C25-768BC266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558CA-FC19-4312-91EF-D564375E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5417A-4272-469F-AE6D-439CEE8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可执行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7FAC5-DA7C-4C77-B37D-143AE83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686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能够自动采集系统证据并调用受控 Tool，而不是只给文字建议。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89037-8210-4526-A44E-D949C2FC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07454-3403-4403-B5DD-895C68E3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B6CDD-3236-4345-B2A6-4BC1A2F3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145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可控制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D211D-9102-43BD-AAEA-911BC82B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95550"/>
            <a:ext cx="2686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安全护栏、审批中心、最小权限账号和 sudoers 白名单共同约束执行边界。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ED7F3-90C0-44CA-8F03-9AB3DF16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151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CBF80-EC0C-4FC7-92BD-782EEBDE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E0E53-B9D7-4094-A631-727652D4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C0D24-67CD-4C83-8472-7F54358B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2686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每次请求都有 trace_id，形成从用户输入到最终结论的审计闭环。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DDBEB-346C-4822-984C-2C8D4F8D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项目已具备部署到麒麟环境的完整链路：安装脚本、systemd 服务、RBAC、审计、知识库和测试报告。</a:t>
            </a:r>
          </a:p>
        </p:txBody>
      </p:sp>
    </p:spTree>
    <p:extLst>
      <p:ext uri="{BB962C8B-B14F-4D97-AF65-F5344CB8AC3E}">
        <p14:creationId xmlns:p14="http://schemas.microsoft.com/office/powerpoint/2010/main" val="247355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2026-06-30T10:10:44.8830000Z</dcterms:created>
  <dcterms:modified xsi:type="dcterms:W3CDTF">2026-06-30T10:10:44.8830000Z</dcterms:modified>
</coreProperties>
</file>